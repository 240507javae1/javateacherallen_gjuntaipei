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9" r:id="rId2"/>
    <p:sldId id="260" r:id="rId3"/>
    <p:sldId id="263" r:id="rId4"/>
    <p:sldId id="264" r:id="rId5"/>
    <p:sldId id="262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2024/5/10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2024/5/10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2024/5/10</a:t>
            </a:fld>
            <a:endParaRPr lang="zh-TW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2024/5/10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2024/5/10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2024/5/10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2024/5/10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2024/5/10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2024/5/10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2024/5/10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BE9D0-1509-4786-B8F1-660334C86020}" type="datetimeFigureOut">
              <a:rPr lang="zh-TW" altLang="en-US" smtClean="0"/>
              <a:t>2024/5/10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3E8BE9D0-1509-4786-B8F1-660334C86020}" type="datetimeFigureOut">
              <a:rPr lang="zh-TW" altLang="en-US" smtClean="0"/>
              <a:t>2024/5/10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D1ACB9A4-7FE0-4BBD-A6D7-96A43116C3A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開發工具與測試環境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zh-TW" altLang="en-US" dirty="0" smtClean="0"/>
              <a:t>一切以原廠資料為主</a:t>
            </a:r>
            <a:r>
              <a:rPr lang="en-US" altLang="zh-TW" dirty="0" smtClean="0"/>
              <a:t>-&gt;Oracle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zh-TW" altLang="en-US" dirty="0"/>
              <a:t>工具</a:t>
            </a:r>
            <a:r>
              <a:rPr lang="zh-TW" altLang="en-US" dirty="0" smtClean="0"/>
              <a:t>為</a:t>
            </a:r>
            <a:r>
              <a:rPr lang="en-US" altLang="zh-TW" dirty="0" smtClean="0"/>
              <a:t>:</a:t>
            </a:r>
          </a:p>
          <a:p>
            <a:pPr marL="800100" lvl="1" indent="-342900"/>
            <a:r>
              <a:rPr lang="en-US" altLang="zh-TW" dirty="0" smtClean="0"/>
              <a:t>Compiler</a:t>
            </a:r>
            <a:r>
              <a:rPr lang="zh-TW" altLang="en-US" dirty="0" smtClean="0"/>
              <a:t>編譯器</a:t>
            </a:r>
            <a:r>
              <a:rPr lang="en-US" altLang="zh-TW" dirty="0" smtClean="0"/>
              <a:t>:JDK11</a:t>
            </a:r>
          </a:p>
          <a:p>
            <a:pPr marL="800100" lvl="1" indent="-342900"/>
            <a:r>
              <a:rPr lang="zh-TW" altLang="en-US" dirty="0"/>
              <a:t>撰寫程式</a:t>
            </a:r>
            <a:r>
              <a:rPr lang="zh-TW" altLang="en-US" dirty="0" smtClean="0"/>
              <a:t>工具</a:t>
            </a:r>
            <a:r>
              <a:rPr lang="en-US" altLang="zh-TW" dirty="0" smtClean="0"/>
              <a:t>-&gt;</a:t>
            </a:r>
            <a:r>
              <a:rPr lang="zh-TW" altLang="en-US" dirty="0" smtClean="0"/>
              <a:t>需知道</a:t>
            </a:r>
            <a:r>
              <a:rPr lang="en-US" altLang="zh-TW" dirty="0" smtClean="0"/>
              <a:t>3</a:t>
            </a:r>
            <a:r>
              <a:rPr lang="zh-TW" altLang="en-US" dirty="0" smtClean="0"/>
              <a:t>種</a:t>
            </a:r>
            <a:endParaRPr lang="en-US" altLang="zh-TW" dirty="0" smtClean="0"/>
          </a:p>
          <a:p>
            <a:pPr marL="1485900" lvl="2" indent="-342900"/>
            <a:r>
              <a:rPr lang="zh-TW" altLang="en-US" dirty="0" smtClean="0"/>
              <a:t>純文字</a:t>
            </a:r>
            <a:r>
              <a:rPr lang="en-US" altLang="zh-TW" dirty="0" smtClean="0"/>
              <a:t>-&gt;notepad+/sublime</a:t>
            </a:r>
          </a:p>
          <a:p>
            <a:pPr marL="1485900" lvl="2" indent="-342900"/>
            <a:r>
              <a:rPr lang="en-US" altLang="zh-TW" dirty="0" smtClean="0"/>
              <a:t>IDE(</a:t>
            </a:r>
            <a:r>
              <a:rPr lang="en-US" altLang="zh-TW" dirty="0"/>
              <a:t>Integrated Development </a:t>
            </a:r>
            <a:r>
              <a:rPr lang="en-US" altLang="zh-TW" dirty="0" smtClean="0"/>
              <a:t>Environment)</a:t>
            </a:r>
          </a:p>
          <a:p>
            <a:pPr marL="1943100" lvl="3" indent="-342900"/>
            <a:r>
              <a:rPr lang="en-US" altLang="zh-TW" dirty="0" err="1" smtClean="0"/>
              <a:t>Netbeans</a:t>
            </a:r>
            <a:endParaRPr lang="en-US" altLang="zh-TW" dirty="0" smtClean="0"/>
          </a:p>
          <a:p>
            <a:pPr marL="1943100" lvl="3" indent="-342900"/>
            <a:r>
              <a:rPr lang="en-US" altLang="zh-TW" dirty="0" smtClean="0"/>
              <a:t>Eclipse</a:t>
            </a:r>
          </a:p>
          <a:p>
            <a:pPr marL="800100" lvl="1" indent="-342900"/>
            <a:r>
              <a:rPr lang="zh-TW" altLang="en-US" dirty="0"/>
              <a:t>測試</a:t>
            </a:r>
            <a:r>
              <a:rPr lang="zh-TW" altLang="en-US" dirty="0" smtClean="0"/>
              <a:t>環境</a:t>
            </a:r>
            <a:endParaRPr lang="en-US" altLang="zh-TW" dirty="0" smtClean="0"/>
          </a:p>
          <a:p>
            <a:pPr marL="1485900" lvl="2" indent="-342900"/>
            <a:r>
              <a:rPr lang="zh-TW" altLang="en-US" dirty="0"/>
              <a:t>純</a:t>
            </a:r>
            <a:r>
              <a:rPr lang="zh-TW" altLang="en-US" dirty="0" smtClean="0"/>
              <a:t>文字</a:t>
            </a:r>
            <a:r>
              <a:rPr lang="en-US" altLang="zh-TW" dirty="0" smtClean="0"/>
              <a:t>-&gt;commend line</a:t>
            </a:r>
          </a:p>
          <a:p>
            <a:pPr marL="1943100" lvl="3" indent="-342900"/>
            <a:r>
              <a:rPr lang="en-US" altLang="zh-TW" dirty="0" smtClean="0"/>
              <a:t>Windows-&gt;DOS</a:t>
            </a:r>
          </a:p>
          <a:p>
            <a:pPr marL="1943100" lvl="3" indent="-342900"/>
            <a:r>
              <a:rPr lang="en-US" altLang="zh-TW" dirty="0" smtClean="0"/>
              <a:t>Linux/mac-&gt;terminal</a:t>
            </a:r>
          </a:p>
          <a:p>
            <a:pPr lvl="3" indent="0">
              <a:buNone/>
            </a:pPr>
            <a:r>
              <a:rPr lang="en-US" altLang="zh-TW" dirty="0"/>
              <a:t>	</a:t>
            </a:r>
            <a:endParaRPr lang="en-US" altLang="zh-TW" dirty="0" smtClean="0"/>
          </a:p>
          <a:p>
            <a:pPr marL="1485900" lvl="2" indent="-342900"/>
            <a:endParaRPr lang="en-US" altLang="zh-TW" dirty="0" smtClean="0"/>
          </a:p>
          <a:p>
            <a:pPr marL="1485900" lvl="2" indent="-34290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5221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Commend line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52600"/>
            <a:ext cx="7620000" cy="4556720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dirty="0" smtClean="0"/>
              <a:t>文字模式測試環境</a:t>
            </a:r>
            <a:endParaRPr lang="en-US" altLang="zh-TW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dirty="0" smtClean="0"/>
              <a:t>Windows-&gt;</a:t>
            </a:r>
            <a:r>
              <a:rPr lang="zh-TW" altLang="en-US" dirty="0" smtClean="0"/>
              <a:t>附屬應用程式</a:t>
            </a:r>
            <a:r>
              <a:rPr lang="en-US" altLang="zh-TW" dirty="0" smtClean="0"/>
              <a:t>-&gt;</a:t>
            </a:r>
            <a:r>
              <a:rPr lang="zh-TW" altLang="en-US" dirty="0" smtClean="0"/>
              <a:t>命令提示字元</a:t>
            </a:r>
            <a:endParaRPr lang="en-US" altLang="zh-TW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dirty="0" smtClean="0"/>
              <a:t>Linux/</a:t>
            </a:r>
            <a:r>
              <a:rPr lang="en-US" altLang="zh-TW" dirty="0" err="1" smtClean="0"/>
              <a:t>Mac</a:t>
            </a:r>
            <a:r>
              <a:rPr lang="en-US" altLang="zh-TW" dirty="0" err="1" smtClean="0">
                <a:sym typeface="Wingdings" pitchFamily="2" charset="2"/>
              </a:rPr>
              <a:t>terminal</a:t>
            </a:r>
            <a:endParaRPr lang="en-US" altLang="zh-TW" dirty="0" smtClean="0">
              <a:sym typeface="Wingdings" pitchFamily="2" charset="2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zh-TW" altLang="en-US" dirty="0">
                <a:sym typeface="Wingdings" pitchFamily="2" charset="2"/>
              </a:rPr>
              <a:t>基本</a:t>
            </a:r>
            <a:r>
              <a:rPr lang="zh-TW" altLang="en-US" dirty="0" smtClean="0">
                <a:sym typeface="Wingdings" pitchFamily="2" charset="2"/>
              </a:rPr>
              <a:t>指令</a:t>
            </a:r>
            <a:r>
              <a:rPr lang="en-US" altLang="zh-TW" dirty="0" smtClean="0">
                <a:sym typeface="Wingdings" pitchFamily="2" charset="2"/>
              </a:rPr>
              <a:t>:</a:t>
            </a:r>
          </a:p>
          <a:p>
            <a:pPr marL="800100" lvl="1" indent="-342900"/>
            <a:r>
              <a:rPr lang="zh-TW" altLang="en-US" dirty="0" smtClean="0">
                <a:sym typeface="Wingdings" pitchFamily="2" charset="2"/>
              </a:rPr>
              <a:t>查詢</a:t>
            </a:r>
            <a:r>
              <a:rPr lang="en-US" altLang="zh-TW" dirty="0" smtClean="0">
                <a:sym typeface="Wingdings" pitchFamily="2" charset="2"/>
              </a:rPr>
              <a:t>:</a:t>
            </a:r>
          </a:p>
          <a:p>
            <a:pPr marL="1485900" lvl="2" indent="-342900"/>
            <a:r>
              <a:rPr lang="en-US" altLang="zh-TW" dirty="0" smtClean="0">
                <a:sym typeface="Wingdings" pitchFamily="2" charset="2"/>
              </a:rPr>
              <a:t>dos-&gt;</a:t>
            </a:r>
            <a:r>
              <a:rPr lang="en-US" altLang="zh-TW" dirty="0" err="1" smtClean="0">
                <a:sym typeface="Wingdings" pitchFamily="2" charset="2"/>
              </a:rPr>
              <a:t>dir</a:t>
            </a:r>
            <a:r>
              <a:rPr lang="en-US" altLang="zh-TW" dirty="0" smtClean="0">
                <a:sym typeface="Wingdings" pitchFamily="2" charset="2"/>
              </a:rPr>
              <a:t>/w</a:t>
            </a:r>
          </a:p>
          <a:p>
            <a:pPr marL="1485900" lvl="2" indent="-342900"/>
            <a:r>
              <a:rPr lang="en-US" altLang="zh-TW" dirty="0" smtClean="0">
                <a:sym typeface="Wingdings" pitchFamily="2" charset="2"/>
              </a:rPr>
              <a:t>Terminal-&gt;</a:t>
            </a:r>
            <a:r>
              <a:rPr lang="en-US" altLang="zh-TW" dirty="0" err="1" smtClean="0">
                <a:sym typeface="Wingdings" pitchFamily="2" charset="2"/>
              </a:rPr>
              <a:t>ls</a:t>
            </a:r>
            <a:endParaRPr lang="en-US" altLang="zh-TW" dirty="0" smtClean="0">
              <a:sym typeface="Wingdings" pitchFamily="2" charset="2"/>
            </a:endParaRPr>
          </a:p>
          <a:p>
            <a:pPr marL="800100" lvl="1" indent="-342900"/>
            <a:r>
              <a:rPr lang="zh-TW" altLang="en-US" dirty="0">
                <a:sym typeface="Wingdings" pitchFamily="2" charset="2"/>
              </a:rPr>
              <a:t>回上</a:t>
            </a:r>
            <a:r>
              <a:rPr lang="zh-TW" altLang="en-US" dirty="0" smtClean="0">
                <a:sym typeface="Wingdings" pitchFamily="2" charset="2"/>
              </a:rPr>
              <a:t>一層</a:t>
            </a:r>
            <a:r>
              <a:rPr lang="en-US" altLang="zh-TW" dirty="0" smtClean="0">
                <a:sym typeface="Wingdings" pitchFamily="2" charset="2"/>
              </a:rPr>
              <a:t>-&gt;cd ..</a:t>
            </a:r>
          </a:p>
          <a:p>
            <a:pPr marL="800100" lvl="1" indent="-342900"/>
            <a:r>
              <a:rPr lang="zh-TW" altLang="en-US" dirty="0">
                <a:sym typeface="Wingdings" pitchFamily="2" charset="2"/>
              </a:rPr>
              <a:t>回最</a:t>
            </a:r>
            <a:r>
              <a:rPr lang="zh-TW" altLang="en-US" dirty="0" smtClean="0">
                <a:sym typeface="Wingdings" pitchFamily="2" charset="2"/>
              </a:rPr>
              <a:t>上層</a:t>
            </a:r>
            <a:r>
              <a:rPr lang="en-US" altLang="zh-TW" dirty="0" smtClean="0">
                <a:sym typeface="Wingdings" pitchFamily="2" charset="2"/>
              </a:rPr>
              <a:t>-&gt;cd\</a:t>
            </a:r>
          </a:p>
          <a:p>
            <a:pPr marL="800100" lvl="1" indent="-342900"/>
            <a:r>
              <a:rPr lang="zh-TW" altLang="en-US" dirty="0" smtClean="0"/>
              <a:t>開啟資料夾</a:t>
            </a:r>
            <a:r>
              <a:rPr lang="en-US" altLang="zh-TW" dirty="0" smtClean="0"/>
              <a:t>-&gt;cd </a:t>
            </a:r>
            <a:r>
              <a:rPr lang="zh-TW" altLang="en-US" dirty="0" smtClean="0"/>
              <a:t>資料夾或路徑</a:t>
            </a:r>
            <a:endParaRPr lang="en-US" altLang="zh-TW" dirty="0" smtClean="0"/>
          </a:p>
          <a:p>
            <a:pPr marL="800100" lvl="1" indent="-342900"/>
            <a:r>
              <a:rPr lang="zh-TW" altLang="en-US" dirty="0"/>
              <a:t>方向</a:t>
            </a:r>
            <a:r>
              <a:rPr lang="zh-TW" altLang="en-US" dirty="0" smtClean="0"/>
              <a:t>鍵</a:t>
            </a:r>
            <a:endParaRPr lang="en-US" altLang="zh-TW" dirty="0" smtClean="0"/>
          </a:p>
          <a:p>
            <a:pPr marL="800100" lvl="1" indent="-342900"/>
            <a:r>
              <a:rPr lang="zh-TW" altLang="en-US" dirty="0"/>
              <a:t>清除</a:t>
            </a:r>
            <a:r>
              <a:rPr lang="zh-TW" altLang="en-US" dirty="0" smtClean="0"/>
              <a:t>畫面</a:t>
            </a:r>
            <a:endParaRPr lang="en-US" altLang="zh-TW" dirty="0" smtClean="0"/>
          </a:p>
          <a:p>
            <a:pPr marL="1485900" lvl="2" indent="-342900"/>
            <a:r>
              <a:rPr lang="en-US" altLang="zh-TW" dirty="0" smtClean="0"/>
              <a:t>Dos-&gt;</a:t>
            </a:r>
            <a:r>
              <a:rPr lang="en-US" altLang="zh-TW" dirty="0" err="1" smtClean="0"/>
              <a:t>cls</a:t>
            </a:r>
            <a:endParaRPr lang="en-US" altLang="zh-TW" dirty="0" smtClean="0"/>
          </a:p>
          <a:p>
            <a:pPr marL="1485900" lvl="2" indent="-342900"/>
            <a:r>
              <a:rPr lang="en-US" altLang="zh-TW" dirty="0" smtClean="0"/>
              <a:t>Terminal-&gt;clear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2138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Java</a:t>
            </a:r>
            <a:r>
              <a:rPr lang="zh-TW" altLang="en-US" dirty="0" smtClean="0"/>
              <a:t>開發環境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zh-TW" altLang="en-US" dirty="0"/>
              <a:t>先</a:t>
            </a:r>
            <a:r>
              <a:rPr lang="zh-TW" altLang="en-US" dirty="0" smtClean="0"/>
              <a:t>安裝</a:t>
            </a:r>
            <a:r>
              <a:rPr lang="en-US" altLang="zh-TW" dirty="0" smtClean="0"/>
              <a:t>-JDK11</a:t>
            </a:r>
            <a:r>
              <a:rPr lang="zh-TW" altLang="en-US" dirty="0" smtClean="0"/>
              <a:t>編譯器</a:t>
            </a:r>
            <a:endParaRPr lang="en-US" altLang="zh-TW" dirty="0" smtClean="0"/>
          </a:p>
          <a:p>
            <a:pPr marL="800100" lvl="1" indent="-342900"/>
            <a:r>
              <a:rPr lang="en-US" altLang="zh-TW" dirty="0" err="1" smtClean="0"/>
              <a:t>Jdk</a:t>
            </a:r>
            <a:r>
              <a:rPr lang="en-US" altLang="zh-TW" dirty="0" err="1" smtClean="0">
                <a:sym typeface="Wingdings" panose="05000000000000000000" pitchFamily="2" charset="2"/>
              </a:rPr>
              <a:t>javac</a:t>
            </a:r>
            <a:r>
              <a:rPr lang="en-US" altLang="zh-TW" dirty="0" smtClean="0">
                <a:sym typeface="Wingdings" panose="05000000000000000000" pitchFamily="2" charset="2"/>
              </a:rPr>
              <a:t> -version</a:t>
            </a:r>
            <a:endParaRPr lang="en-US" altLang="zh-TW" dirty="0" smtClean="0"/>
          </a:p>
          <a:p>
            <a:pPr marL="800100" lvl="1" indent="-342900"/>
            <a:r>
              <a:rPr lang="en-US" altLang="zh-TW" dirty="0" err="1" smtClean="0"/>
              <a:t>Jre</a:t>
            </a:r>
            <a:r>
              <a:rPr lang="en-US" altLang="zh-TW" dirty="0" smtClean="0"/>
              <a:t>-&gt;java -version</a:t>
            </a:r>
          </a:p>
          <a:p>
            <a:pPr marL="800100" lvl="1" indent="-342900"/>
            <a:r>
              <a:rPr lang="en-US" altLang="zh-TW" dirty="0" smtClean="0"/>
              <a:t>Linux/mac-&gt;</a:t>
            </a:r>
            <a:r>
              <a:rPr lang="zh-TW" altLang="en-US" dirty="0" smtClean="0"/>
              <a:t>會有專屬位置</a:t>
            </a:r>
            <a:endParaRPr lang="en-US" altLang="zh-TW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dirty="0" smtClean="0">
                <a:solidFill>
                  <a:srgbClr val="FF0000"/>
                </a:solidFill>
              </a:rPr>
              <a:t>IDE</a:t>
            </a:r>
            <a:r>
              <a:rPr lang="zh-TW" altLang="en-US" dirty="0" smtClean="0">
                <a:solidFill>
                  <a:srgbClr val="FF0000"/>
                </a:solidFill>
              </a:rPr>
              <a:t>工具直接安裝不需設定任何動作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2837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931224" cy="1371600"/>
          </a:xfrm>
        </p:spPr>
        <p:txBody>
          <a:bodyPr/>
          <a:lstStyle/>
          <a:p>
            <a:r>
              <a:rPr lang="en-US" altLang="zh-TW" dirty="0" smtClean="0"/>
              <a:t>Java</a:t>
            </a:r>
            <a:r>
              <a:rPr lang="zh-TW" altLang="en-US" dirty="0" smtClean="0"/>
              <a:t>開發步驟</a:t>
            </a:r>
            <a:r>
              <a:rPr lang="en-US" altLang="zh-TW" dirty="0" smtClean="0"/>
              <a:t>(</a:t>
            </a:r>
            <a:r>
              <a:rPr lang="zh-TW" altLang="en-US" dirty="0" smtClean="0"/>
              <a:t>考試會問的重點</a:t>
            </a:r>
            <a:r>
              <a:rPr lang="en-US" altLang="zh-TW" dirty="0" smtClean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zh-TW" altLang="en-US" dirty="0" smtClean="0"/>
              <a:t>先撰寫人類看的懂的原始碼</a:t>
            </a:r>
            <a:endParaRPr lang="en-US" altLang="zh-TW" dirty="0" smtClean="0"/>
          </a:p>
          <a:p>
            <a:pPr marL="800100" lvl="1" indent="-342900"/>
            <a:r>
              <a:rPr lang="zh-TW" altLang="en-US" dirty="0" smtClean="0"/>
              <a:t>英文符號</a:t>
            </a:r>
            <a:r>
              <a:rPr lang="en-US" altLang="zh-TW" dirty="0" smtClean="0"/>
              <a:t>+</a:t>
            </a:r>
            <a:r>
              <a:rPr lang="zh-TW" altLang="en-US" dirty="0" smtClean="0"/>
              <a:t>數學表達方式</a:t>
            </a:r>
            <a:endParaRPr lang="en-US" altLang="zh-TW" dirty="0" smtClean="0"/>
          </a:p>
          <a:p>
            <a:pPr marL="800100" lvl="1" indent="-342900"/>
            <a:r>
              <a:rPr lang="zh-TW" altLang="en-US" dirty="0"/>
              <a:t>存</a:t>
            </a:r>
            <a:r>
              <a:rPr lang="zh-TW" altLang="en-US" dirty="0" smtClean="0"/>
              <a:t>成</a:t>
            </a:r>
            <a:r>
              <a:rPr lang="en-US" altLang="zh-TW" dirty="0" smtClean="0">
                <a:sym typeface="Wingdings" pitchFamily="2" charset="2"/>
              </a:rPr>
              <a:t></a:t>
            </a:r>
            <a:r>
              <a:rPr lang="zh-TW" altLang="en-US" dirty="0" smtClean="0">
                <a:solidFill>
                  <a:srgbClr val="FF0000"/>
                </a:solidFill>
                <a:sym typeface="Wingdings" pitchFamily="2" charset="2"/>
              </a:rPr>
              <a:t>檔名</a:t>
            </a:r>
            <a:r>
              <a:rPr lang="en-US" altLang="zh-TW" dirty="0" smtClean="0">
                <a:solidFill>
                  <a:srgbClr val="FF0000"/>
                </a:solidFill>
                <a:sym typeface="Wingdings" pitchFamily="2" charset="2"/>
              </a:rPr>
              <a:t>.java</a:t>
            </a:r>
          </a:p>
          <a:p>
            <a:pPr marL="1485900" lvl="2" indent="-342900"/>
            <a:r>
              <a:rPr lang="en-US" altLang="zh-TW" dirty="0" smtClean="0">
                <a:sym typeface="Wingdings" pitchFamily="2" charset="2"/>
              </a:rPr>
              <a:t>Ex: ex1.java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zh-TW" altLang="en-US" dirty="0">
                <a:sym typeface="Wingdings" pitchFamily="2" charset="2"/>
              </a:rPr>
              <a:t>透過</a:t>
            </a:r>
            <a:r>
              <a:rPr lang="zh-TW" altLang="en-US" dirty="0" smtClean="0">
                <a:sym typeface="Wingdings" pitchFamily="2" charset="2"/>
              </a:rPr>
              <a:t>編譯器</a:t>
            </a:r>
            <a:endParaRPr lang="en-US" altLang="zh-TW" dirty="0" smtClean="0">
              <a:sym typeface="Wingdings" pitchFamily="2" charset="2"/>
            </a:endParaRPr>
          </a:p>
          <a:p>
            <a:pPr marL="800100" lvl="1" indent="-342900"/>
            <a:r>
              <a:rPr lang="en-US" altLang="zh-TW" dirty="0" err="1" smtClean="0"/>
              <a:t>javac</a:t>
            </a:r>
            <a:r>
              <a:rPr lang="en-US" altLang="zh-TW" dirty="0" smtClean="0"/>
              <a:t>  ex1.java</a:t>
            </a:r>
          </a:p>
          <a:p>
            <a:pPr marL="800100" lvl="1" indent="-342900"/>
            <a:r>
              <a:rPr lang="en-US" altLang="zh-TW" dirty="0" smtClean="0"/>
              <a:t>1)</a:t>
            </a:r>
            <a:r>
              <a:rPr lang="zh-TW" altLang="en-US" dirty="0" smtClean="0"/>
              <a:t>檢查語法 </a:t>
            </a:r>
            <a:r>
              <a:rPr lang="en-US" altLang="zh-TW" dirty="0" smtClean="0"/>
              <a:t>2)</a:t>
            </a:r>
            <a:r>
              <a:rPr lang="zh-TW" altLang="en-US" dirty="0" smtClean="0"/>
              <a:t>產生機器碼</a:t>
            </a:r>
            <a:r>
              <a:rPr lang="en-US" altLang="zh-TW" dirty="0" smtClean="0"/>
              <a:t>-&gt;</a:t>
            </a:r>
            <a:r>
              <a:rPr lang="zh-TW" altLang="en-US" dirty="0" smtClean="0">
                <a:solidFill>
                  <a:srgbClr val="FF0000"/>
                </a:solidFill>
              </a:rPr>
              <a:t>檔名</a:t>
            </a:r>
            <a:r>
              <a:rPr lang="en-US" altLang="zh-TW" dirty="0" smtClean="0">
                <a:solidFill>
                  <a:srgbClr val="FF0000"/>
                </a:solidFill>
              </a:rPr>
              <a:t>.class</a:t>
            </a:r>
          </a:p>
          <a:p>
            <a:pPr marL="1485900" lvl="2" indent="-342900"/>
            <a:r>
              <a:rPr lang="en-US" altLang="zh-TW" dirty="0" smtClean="0"/>
              <a:t>Ex:ex1.class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zh-TW" altLang="en-US" dirty="0"/>
              <a:t>測試</a:t>
            </a:r>
            <a:r>
              <a:rPr lang="zh-TW" altLang="en-US" dirty="0" smtClean="0"/>
              <a:t>執行</a:t>
            </a:r>
            <a:endParaRPr lang="en-US" altLang="zh-TW" dirty="0" smtClean="0"/>
          </a:p>
          <a:p>
            <a:pPr marL="800100" lvl="1" indent="-342900"/>
            <a:r>
              <a:rPr lang="en-US" altLang="zh-TW" dirty="0" smtClean="0"/>
              <a:t>java ex1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45797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考古題練習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itchFamily="34" charset="0"/>
              <a:buChar char="•"/>
            </a:pPr>
            <a:endParaRPr lang="en-US" altLang="zh-TW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dirty="0" smtClean="0"/>
              <a:t>DATATYPE</a:t>
            </a:r>
            <a:r>
              <a:rPr lang="zh-TW" altLang="en-US" dirty="0" smtClean="0"/>
              <a:t>資料類型</a:t>
            </a:r>
            <a:endParaRPr lang="en-US" altLang="zh-TW" dirty="0" smtClean="0"/>
          </a:p>
          <a:p>
            <a:pPr marL="800100" lvl="1" indent="-342900"/>
            <a:r>
              <a:rPr lang="zh-TW" altLang="en-US" dirty="0" smtClean="0"/>
              <a:t>文字，數字</a:t>
            </a:r>
            <a:endParaRPr lang="en-US" altLang="zh-TW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altLang="zh-TW" dirty="0" smtClean="0"/>
              <a:t>OPERATOR</a:t>
            </a:r>
            <a:r>
              <a:rPr lang="zh-TW" altLang="en-US" dirty="0" smtClean="0"/>
              <a:t>運算元</a:t>
            </a:r>
            <a:r>
              <a:rPr lang="en-US" altLang="zh-TW" dirty="0" smtClean="0"/>
              <a:t>/</a:t>
            </a:r>
            <a:r>
              <a:rPr lang="zh-TW" altLang="en-US" dirty="0" smtClean="0"/>
              <a:t>符號</a:t>
            </a:r>
            <a:endParaRPr lang="en-US" altLang="zh-TW" dirty="0" smtClean="0"/>
          </a:p>
          <a:p>
            <a:pPr marL="800100" lvl="1" indent="-342900"/>
            <a:r>
              <a:rPr lang="en-US" altLang="zh-TW" dirty="0" smtClean="0"/>
              <a:t>+,-*/…….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zh-TW" altLang="en-US" dirty="0" smtClean="0"/>
              <a:t>流程控制</a:t>
            </a:r>
            <a:endParaRPr lang="en-US" altLang="zh-TW" dirty="0" smtClean="0"/>
          </a:p>
          <a:p>
            <a:pPr marL="800100" lvl="1" indent="-342900"/>
            <a:r>
              <a:rPr lang="en-US" altLang="zh-TW" dirty="0" err="1" smtClean="0"/>
              <a:t>If,for,while</a:t>
            </a:r>
            <a:r>
              <a:rPr lang="en-US" altLang="zh-TW" dirty="0" smtClean="0"/>
              <a:t>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82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基本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463</TotalTime>
  <Words>215</Words>
  <Application>Microsoft Office PowerPoint</Application>
  <PresentationFormat>如螢幕大小 (4:3)</PresentationFormat>
  <Paragraphs>54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微軟正黑體</vt:lpstr>
      <vt:lpstr>Arial</vt:lpstr>
      <vt:lpstr>Arial Black</vt:lpstr>
      <vt:lpstr>Wingdings</vt:lpstr>
      <vt:lpstr>基本</vt:lpstr>
      <vt:lpstr>開發工具與測試環境</vt:lpstr>
      <vt:lpstr>Commend line</vt:lpstr>
      <vt:lpstr>Java開發環境</vt:lpstr>
      <vt:lpstr>Java開發步驟(考試會問的重點)</vt:lpstr>
      <vt:lpstr>考古題練習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講師自我介紹</dc:title>
  <dc:creator>allen</dc:creator>
  <cp:lastModifiedBy>student</cp:lastModifiedBy>
  <cp:revision>27</cp:revision>
  <dcterms:created xsi:type="dcterms:W3CDTF">2019-02-25T00:10:50Z</dcterms:created>
  <dcterms:modified xsi:type="dcterms:W3CDTF">2024-05-10T08:12:04Z</dcterms:modified>
</cp:coreProperties>
</file>